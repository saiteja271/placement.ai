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PlaceMate AI. Replace the bracketed fields with the official problem statement number, team name and all four member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specific difficulty: students lack a single guided path from finding jobs to interview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core features, then the workflow strip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list technologies that are actually implemented and demonstrable. Remove any row you do not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member names and roles with your real team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AGENT-X 2026  ·  HACKATHON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PlaceMate AI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college placement and career-readiness assistant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09728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80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College Placement Assistant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no.: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Crafters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Teja · Anjali · Yasin · Arun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822960"/>
            <a:ext cx="2651760" cy="2651760"/>
          </a:xfrm>
          <a:prstGeom prst="ellipse">
            <a:avLst/>
          </a:prstGeom>
          <a:solidFill>
            <a:srgbClr val="14305A"/>
          </a:solidFill>
          <a:ln w="25400">
            <a:solidFill>
              <a:srgbClr val="14B8A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325880"/>
            <a:ext cx="1645920" cy="1645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0" y="68580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868680"/>
            <a:ext cx="36576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35040" y="31089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918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struggle to identify suitable job opportunities, understand company eligibility criteria, and recognize the skills they need to improve.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personalized guidance, they waste time applying for unsuitable roles or preparing for interviews without a clear plan.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83464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0175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suitable jobs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32" y="352044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60320" y="26974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108960" y="283464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0175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5176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eligibility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352044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26974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212080" y="283464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0175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75488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skill gaps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3520440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766560" y="26974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315200" y="283464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301752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858000" y="37033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effectively for interviews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PlaceMate AI analyzes a student's profile, matches them with relevant jobs, verifies eligibility, identifies missing skills, and generates a personalized interview-preparation roadmap.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920240"/>
            <a:ext cx="16459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031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2578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Job Matching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jobs according to the student's profile and skills.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60320" y="19202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97480" y="1920240"/>
            <a:ext cx="1645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1031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97480" y="2578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Checker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whether each mandatory requirement is met, not met, or unknown.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63440" y="19202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00600" y="1920240"/>
            <a:ext cx="16459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1031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00600" y="2578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Analyzer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80060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skills and recommend ways to improve them.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766560" y="1920240"/>
            <a:ext cx="1920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03720" y="1920240"/>
            <a:ext cx="1645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031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03720" y="25786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Prep Plan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90372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plan: technical questions, coding, aptitude and HR.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409194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65760" y="44622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/ resume</a:t>
            </a:r>
            <a:endParaRPr lang="en-US" sz="9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114800"/>
            <a:ext cx="182880" cy="18288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2103120" y="39776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7420" y="409194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737360" y="44622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+ tools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4114800"/>
            <a:ext cx="182880" cy="18288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3474720" y="39776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89020" y="4091940"/>
            <a:ext cx="228600" cy="2286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3108960" y="44622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matches</a:t>
            </a:r>
            <a:endParaRPr lang="en-US" sz="9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0" y="4114800"/>
            <a:ext cx="182880" cy="182880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4846320" y="39776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0620" y="4091940"/>
            <a:ext cx="228600" cy="22860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4480560" y="44622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95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0" y="4114800"/>
            <a:ext cx="182880" cy="182880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6217920" y="39776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2220" y="4091940"/>
            <a:ext cx="228600" cy="228600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5852160" y="44622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</a:t>
            </a:r>
            <a:endParaRPr lang="en-US" sz="950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0" y="4114800"/>
            <a:ext cx="182880" cy="182880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7589520" y="39776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03820" y="4091940"/>
            <a:ext cx="228600" cy="228600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7223760" y="44622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roadmap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0972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0972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AF1F8"/>
          </a:solidFill>
          <a:ln w="9525">
            <a:solidFill>
              <a:srgbClr val="D5DEE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15727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15727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048256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969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204825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204825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2523744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AF1F8"/>
          </a:solidFill>
          <a:ln w="9525">
            <a:solidFill>
              <a:srgbClr val="D5DEE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15184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7280" y="252374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dataset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25237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or CSV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2999232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97280" y="299923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&amp; tool calling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4572000" y="29992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LLM API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57200" y="3474720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EAF1F8"/>
          </a:solidFill>
          <a:ln w="9525">
            <a:solidFill>
              <a:srgbClr val="D5DEE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56616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97280" y="34747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checking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0" y="34747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rule-based logic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57200" y="3950208"/>
            <a:ext cx="82296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41648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97280" y="395020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4572000" y="395020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if required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and scores are plain Python rules, so decisions stay reliable and explainable. The LLM only selects tools and explains their results.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+ Team Work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77165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22219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&amp; automatic profile extraction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63240" y="15087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16459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130" y="17716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00400" y="22219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mock interviews with structured feedback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3718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4360" y="3822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and reminders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063240" y="31089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200400" y="32461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130" y="337185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200400" y="382219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verified job listings and college placement systems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852160" y="109728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28016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58368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080760" y="18745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Teja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eligibility engine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080760" y="2624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+ tool calling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080760" y="33741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+ trace panel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080760" y="412394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gaps, prep plan + testing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PlaceMate AI - Agent-X 2026</dc:title>
  <dc:subject>PptxGenJS Presentation</dc:subject>
  <dc:creator>PptxGenJS</dc:creator>
  <cp:lastModifiedBy>PptxGenJS</cp:lastModifiedBy>
  <cp:revision>1</cp:revision>
  <dcterms:created xsi:type="dcterms:W3CDTF">2026-10-09T07:07:50Z</dcterms:created>
  <dcterms:modified xsi:type="dcterms:W3CDTF">2026-10-09T07:07:50Z</dcterms:modified>
</cp:coreProperties>
</file>